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828800" cy="50800"/>
          </a:xfrm>
          <a:prstGeom prst="rect">
            <a:avLst/>
          </a:prstGeom>
          <a:solidFill>
            <a:srgbClr val="E8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4D6D"/>
                </a:solidFill>
              </a:defRPr>
            </a:pPr>
            <a:r>
              <a:t>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</a:defRPr>
            </a:pPr>
            <a:r>
              <a:t>O app que todo casal precisa,</a:t>
            </a:r>
            <a:br/>
            <a:r>
              <a:t>mas nenhum outro oferece.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</a:defRPr>
            </a:pPr>
            <a:r>
              <a:t>Super App para Casais  •  Lugares  •  Filmes  •  Memórias  •  Social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E8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6D"/>
                </a:solidFill>
              </a:defRPr>
            </a:pPr>
            <a:r>
              <a:t>Memórias perdidas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346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Fotos no WhatsApp, lugares esquecidos,</a:t>
            </a:r>
            <a:br/>
            <a:r>
              <a:t>momentos que ninguém mais lembra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6D"/>
                </a:solidFill>
              </a:defRPr>
            </a:pPr>
            <a:r>
              <a:t>Falta de ideias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8346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Toda sexta a mesma pergunta:</a:t>
            </a:r>
            <a:br/>
            <a:r>
              <a:t>'E agora, o que a gente vai fazer?'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50292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6D"/>
                </a:solidFill>
              </a:defRPr>
            </a:pPr>
            <a:r>
              <a:t>Desorganização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1206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Listas espalhadas em 5 apps diferentes,</a:t>
            </a:r>
            <a:br/>
            <a:r>
              <a:t>nunca sabem o que já visitaram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97680"/>
            <a:ext cx="50292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572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6D"/>
                </a:solidFill>
              </a:defRPr>
            </a:pPr>
            <a:r>
              <a:t>Sem conexão 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1206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Querem compartilhar com amigos,</a:t>
            </a:r>
            <a:br/>
            <a:r>
              <a:t>mas não existe um jeito fácil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 Mercado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2860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D4BF"/>
                </a:solidFill>
              </a:defRPr>
            </a:pPr>
            <a:r>
              <a:t>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casais no Brasil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03120"/>
            <a:ext cx="22860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D4BF"/>
                </a:solidFill>
              </a:defRPr>
            </a:pPr>
            <a:r>
              <a:t>500M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casais no mundo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22860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D4BF"/>
                </a:solidFill>
              </a:defRPr>
            </a:pPr>
            <a:r>
              <a:t>15M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casais digitalmente ativos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103120"/>
            <a:ext cx="22860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D4BF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apps focados em casais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</a:defRPr>
            </a:pPr>
            <a:r>
              <a:t>Nenhum app combina lugares + filmes + planejamento + memórias + social.</a:t>
            </a:r>
            <a:br/>
            <a:r>
              <a:t>O duo preenche esse vácuo.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E8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Concorrentes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2860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Google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D4BF"/>
                </a:solidFill>
              </a:defRPr>
            </a:pPr>
            <a:r>
              <a:t>Lugares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Sem aspecto social/casal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22860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TripAdvisor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D4BF"/>
                </a:solidFill>
              </a:defRPr>
            </a:pPr>
            <a:r>
              <a:t>Viagens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Foco em turismo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2860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Letterboxd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D4BF"/>
                </a:solidFill>
              </a:defRPr>
            </a:pPr>
            <a:r>
              <a:t>Filmes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Só filmes, sem lugares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011680"/>
            <a:ext cx="22860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Couple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D4BF"/>
                </a:solidFill>
              </a:defRPr>
            </a:pPr>
            <a:r>
              <a:t>Relacionamento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Só mensagens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754880"/>
            <a:ext cx="5760720" cy="1371600"/>
          </a:xfrm>
          <a:prstGeom prst="roundRect">
            <a:avLst/>
          </a:prstGeom>
          <a:solidFill>
            <a:srgbClr val="15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9377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</a:defRPr>
            </a:pPr>
            <a:r>
              <a:t>duo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Lugares + Filmes + Memórias + Social + Gamificação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 Solução: duo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</a:defRPr>
            </a:pPr>
            <a:r>
              <a:t>Lugares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Salve, organize e avalie</a:t>
            </a:r>
            <a:br/>
            <a:r>
              <a:t>os lugares que visitam juntos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</a:defRPr>
            </a:pPr>
            <a:r>
              <a:t>Filmes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34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Busque, assista e avalie</a:t>
            </a:r>
            <a:br/>
            <a:r>
              <a:t>filmes e séries juntos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1168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</a:defRPr>
            </a:pPr>
            <a:r>
              <a:t>Mapa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Visualize todos os lugares</a:t>
            </a:r>
            <a:br/>
            <a:r>
              <a:t>num mapa interativo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9768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</a:defRPr>
            </a:pPr>
            <a: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Linha do tempo com</a:t>
            </a:r>
            <a:br/>
            <a:r>
              <a:t>todas as memórias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29768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</a:defRPr>
            </a:pPr>
            <a:r>
              <a:t>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120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Compartilhe, receba</a:t>
            </a:r>
            <a:br/>
            <a:r>
              <a:t>indicações de amigos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29768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572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</a:defRPr>
            </a:pPr>
            <a:r>
              <a:t>Gamificação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Badges, streaks e</a:t>
            </a:r>
            <a:br/>
            <a:r>
              <a:t>ranking mensal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E8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 Jornada do Usuário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1. Cadastro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Cria conta em 30 segundos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2. Convite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Gera código e manda pro parceiro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3. Conexão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Parceiro entra e ficam conectados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4. Primeiro Lugar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Adiciona o primeiro lugar juntos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5. Rotina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Recebe sugestões e lembretes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297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6. Memórias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Marca como visitado e cria memória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97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7. Descoberta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Explora novos lugares e filmes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29768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6D"/>
                </a:solidFill>
              </a:defRPr>
            </a:pPr>
            <a:r>
              <a:t>8. Competição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Ganha badges e sobe no 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Monetização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0A0A0"/>
                </a:solidFill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• 20 lugares</a:t>
            </a:r>
            <a:br/>
            <a:r>
              <a:t>• 20 filmes</a:t>
            </a:r>
            <a:br/>
            <a:r>
              <a:t>• 3 categorias</a:t>
            </a:r>
            <a:br/>
            <a:r>
              <a:t>• 5 uploads/mês</a:t>
            </a:r>
            <a:br/>
            <a:r>
              <a:t>• Mapa básico</a:t>
            </a:r>
            <a:br/>
            <a:r>
              <a:t>• Timeline básica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3200400" cy="4114800"/>
          </a:xfrm>
          <a:prstGeom prst="roundRect">
            <a:avLst/>
          </a:prstGeom>
          <a:solidFill>
            <a:srgbClr val="15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</a:defRPr>
            </a:pPr>
            <a:r>
              <a:t>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R$9,90/mês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• Tudo ilimitado</a:t>
            </a:r>
            <a:br/>
            <a:r>
              <a:t>• Roteiros</a:t>
            </a:r>
            <a:br/>
            <a:r>
              <a:t>• Timeline avançada</a:t>
            </a:r>
            <a:br/>
            <a:r>
              <a:t>• Gamificação</a:t>
            </a:r>
            <a:br/>
            <a:r>
              <a:t>• Recomendações IA</a:t>
            </a:r>
            <a:br/>
            <a:r>
              <a:t>• Export de dados</a:t>
            </a:r>
            <a:br/>
            <a:r>
              <a:t>• Temas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200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6D"/>
                </a:solidFill>
              </a:defRPr>
            </a:pPr>
            <a:r>
              <a:t>EXTRA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• Badges premium: R$4,99</a:t>
            </a:r>
            <a:br/>
            <a:r>
              <a:t>• Temas: R$2,99</a:t>
            </a:r>
            <a:br/>
            <a:r>
              <a:t>• Destaque: R$9,99/mês</a:t>
            </a:r>
            <a:br/>
            <a:br/>
            <a:r>
              <a:t>• Patrocínio B2B</a:t>
            </a:r>
            <a:br/>
            <a:r>
              <a:t>• Cupons parceiros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E8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2860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D4BF"/>
                </a:solidFill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MVP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Mapa interativo</a:t>
            </a:r>
            <a:br/>
            <a:r>
              <a:t>Geolocalização</a:t>
            </a:r>
            <a:br/>
            <a:r>
              <a:t>Roteiros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22860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4D6D"/>
                </a:solidFill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Engajamento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747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Timeline</a:t>
            </a:r>
            <a:br/>
            <a:r>
              <a:t>Memórias</a:t>
            </a:r>
            <a:br/>
            <a:r>
              <a:t>Gamificação</a:t>
            </a:r>
            <a:br/>
            <a:r>
              <a:t>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2860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700"/>
                </a:solidFill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Social &amp;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Lista pública</a:t>
            </a:r>
            <a:br/>
            <a:r>
              <a:t>Recomendações IA</a:t>
            </a:r>
            <a:br/>
            <a:r>
              <a:t>Stripe</a:t>
            </a:r>
            <a:br/>
            <a:r>
              <a:t>IAPs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011680"/>
            <a:ext cx="22860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B59B6"/>
                </a:solidFill>
              </a:defRPr>
            </a:pPr>
            <a: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Escala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4747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App nativo</a:t>
            </a:r>
            <a:br/>
            <a:r>
              <a:t>Global</a:t>
            </a:r>
            <a:br/>
            <a:r>
              <a:t>API pública</a:t>
            </a:r>
            <a:br/>
            <a:r>
              <a:t>Parcerias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Projeção Financeira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</a:defRPr>
            </a:pPr>
            <a:r>
              <a:t>Ano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50K usuários</a:t>
            </a:r>
            <a:br/>
            <a:r>
              <a:t>25K casais</a:t>
            </a:r>
            <a:br/>
            <a:r>
              <a:t>5% conversão</a:t>
            </a:r>
            <a:br/>
            <a:r>
              <a:t>1.250 assinantes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4D6D"/>
                </a:solidFill>
              </a:defRPr>
            </a:pPr>
            <a:r>
              <a:t>R$150K ARR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00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</a:defRPr>
            </a:pPr>
            <a:r>
              <a:t>Ano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200K usuários</a:t>
            </a:r>
            <a:br/>
            <a:r>
              <a:t>100K casais</a:t>
            </a:r>
            <a:br/>
            <a:r>
              <a:t>8% conversão</a:t>
            </a:r>
            <a:br/>
            <a:r>
              <a:t>8.000 assinantes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4D6D"/>
                </a:solidFill>
              </a:defRPr>
            </a:pPr>
            <a:r>
              <a:t>R$960K ARR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200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</a:defRPr>
            </a:pPr>
            <a:r>
              <a:t>Ano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1M usuários</a:t>
            </a:r>
            <a:br/>
            <a:r>
              <a:t>500K casais</a:t>
            </a:r>
            <a:br/>
            <a:r>
              <a:t>10% conversão</a:t>
            </a:r>
            <a:br/>
            <a:r>
              <a:t>50.000 assinantes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4D6D"/>
                </a:solidFill>
              </a:defRPr>
            </a:pPr>
            <a:r>
              <a:t>R$6M ARR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371600" cy="50800"/>
          </a:xfrm>
          <a:prstGeom prst="rect">
            <a:avLst/>
          </a:prstGeom>
          <a:solidFill>
            <a:srgbClr val="E8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Next.js 16 + React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011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Next.js API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Banco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MongoDB + Mongoose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011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shadcn/ui + Tailwind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011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Mapa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Leaflet + OpenStreetMap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97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Filmes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TMDB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297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Pagamentos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Stripe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297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Notificações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Firebase Cloud Messaging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297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OpenAI / Claude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297680"/>
            <a:ext cx="192024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PostHog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286000"/>
            <a:ext cx="2103120" cy="50800"/>
          </a:xfrm>
          <a:prstGeom prst="rect">
            <a:avLst/>
          </a:prstGeom>
          <a:solidFill>
            <a:srgbClr val="E8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4D6D"/>
                </a:solidFill>
              </a:defRPr>
            </a:pPr>
            <a:r>
              <a:t>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Não é sobre organizar lugares.</a:t>
            </a:r>
            <a:br/>
            <a:r>
              <a:t>É sobre não esquecer por que vocês escolheram ficar juntos.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</a:defRPr>
            </a:pPr>
            <a:r>
              <a:t>Baixe o duo. Comece sua história.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